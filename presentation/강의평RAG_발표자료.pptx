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2A44"/>
                </a:solidFill>
                <a:latin typeface="맑은 고딕"/>
              </a:rPr>
              <a:t>에브리타임 강의평 기반</a:t>
            </a:r>
          </a:p>
          <a:p>
            <a:pPr algn="ctr"/>
            <a:r>
              <a:rPr sz="3600" b="1">
                <a:solidFill>
                  <a:srgbClr val="1F2A44"/>
                </a:solidFill>
                <a:latin typeface="맑은 고딕"/>
              </a:rPr>
              <a:t>RAG 수강신청 AI 비서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555555"/>
                </a:solidFill>
                <a:latin typeface="맑은 고딕"/>
              </a:rPr>
              <a:t>우리 학교 실제 강의평을 근거로, 자연어 한 줄에 맞춤 수강 추천</a:t>
            </a:r>
          </a:p>
          <a:p>
            <a:pPr algn="ctr"/>
            <a:r>
              <a:rPr sz="1600">
                <a:solidFill>
                  <a:srgbClr val="555555"/>
                </a:solidFill>
                <a:latin typeface="맑은 고딕"/>
              </a:rPr>
              <a:t>가천대 5과목 · 직접 크롤링 187건 · Claude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0322E"/>
                </a:solidFill>
                <a:latin typeface="맑은 고딕"/>
              </a:rPr>
              <a:t>문제 (Pain Points)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수강신청 때마다 강의평 수십~수백 개를 직접 스크롤·비교 → 시간 낭비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'학점 3.5 사수', '과제 적은 과목' 같은 개인 목표 맞춤 추천이 없음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일반 AI 챗봇은 우리 학교 강의평을 몰라 거짓 정보(환각)를 답함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→ 우리 학교 데이터에 근거해 답하는 지능형 비서가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0322E"/>
                </a:solidFill>
                <a:latin typeface="맑은 고딕"/>
              </a:rPr>
              <a:t>해결: RAG (검색 증강 생성)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RAG = '오픈북 시험' 방식 AI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① 검색(Retrieval): 강의평 DB에서 질문 관련 리뷰를 찾아옴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② 생성(Generation): 찾아온 리뷰'만' 근거로 답을 생성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모델 재학습이 아님 → 데이터만 바꾸면 즉시 우리 학교용으로 동작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환각 방지: 근거 없으면 '데이터 없음'이라 솔직히 거부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0322E"/>
                </a:solidFill>
                <a:latin typeface="맑은 고딕"/>
              </a:rPr>
              <a:t>데이터: 직접 수집한 실제 강의평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대상: 가천대 5과목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  <a:latin typeface="맑은 고딕"/>
              </a:rPr>
              <a:t>    – · 확률과 통계 · 모바일프로그래밍 · 빅데이터분석개론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  <a:latin typeface="맑은 고딕"/>
              </a:rPr>
              <a:t>    – · 스마트기기시스템 · 블록체인개론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수집: Playwright 브라우저 자동화로 강의평 187건 크롤링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스키마: 학교·교수·과목·수강학기·평점·리뷰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정제: 중복 제거, 외국인반/공학인증/영어강의 제외, 과목명 통일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0322E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[크롤러] everytime_crawler.py (Playwright)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  <a:latin typeface="맑은 고딕"/>
              </a:rPr>
              <a:t>    – → reviews_real.csv (187건)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[인덱싱] 임베딩(LSA) → 벡터 저장소(numpy)  ingest.py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[검색] 질문 임베딩 → 코사인 최근접 top-k + 교수/과목 필터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[생성] Claude API (없으면 규칙기반 오프라인 폴백)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[서비스] Streamlit 채팅 웹앱 (공개 URL)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0322E"/>
                </a:solidFill>
                <a:latin typeface="맑은 고딕"/>
              </a:rPr>
              <a:t>핵심 기능 (요구사항 3.1~3.4)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3.1 의미 검색: 글자가 안 겹쳐도 뜻으로 관련 강의평 top-k 검색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3.2 속성 필터: 교수·과목으로 좁혀서 정확도 향상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3.3 출처 표기: (가천대 모바일프로그래밍 26년 1학기 평점 5점 리뷰 참고)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3.4 환각 방지: 데이터 없는 교수/과목은 솔직히 답변 거부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0322E"/>
                </a:solidFill>
                <a:latin typeface="맑은 고딕"/>
              </a:rPr>
              <a:t>기술 의사결정 · 트러블슈팅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ChromaDB·onnx·torch가 환경에서 네이티브 충돌(세그폴트)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  <a:latin typeface="맑은 고딕"/>
              </a:rPr>
              <a:t>    – → 순수 numpy 벡터 저장소로 동일 기능 구현(의존성 0)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에타는 Vue SPA: 요소 렌더 대기 + 강의평 탭 URL 직접 이동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검색→클릭 방식의 멈춤 → 강의 URL 수집 후 직접 이동으로 해결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약관·계정 보호: 자동수집 리스크 인지, 최소 요청·지연 적용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0322E"/>
                </a:solidFill>
                <a:latin typeface="맑은 고딕"/>
              </a:rPr>
              <a:t>답변 생성: Claude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생성 백엔드: Claude (기본 Haiku 4.5) / 키 없으면 오프라인 요약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프롬프트 캐싱으로 반복 입력 토큰 비용 절감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비용(대략): 질문 1건 ≈ 6원(Haiku) — 하루 수십 질문도 월 수천 원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출처 표기·환각 방지를 시스템 프롬프트로 강제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0322E"/>
                </a:solidFill>
                <a:latin typeface="맑은 고딕"/>
              </a:rPr>
              <a:t>배포: 채팅 웹앱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Streamlit 채팅 UI: 과목 필터, 참고 리뷰 수 조절, 출처 펼치기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Streamlit Community Cloud로 공개 URL 호스팅(GitHub 연동)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API 키는 Secrets로 안전 관리(코드/깃 미저장)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키 없이도 오프라인 요약으로 동작 → 누구나 즉시 사용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0322E"/>
                </a:solidFill>
                <a:latin typeface="맑은 고딕"/>
              </a:rPr>
              <a:t>데모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질문: '모바일프로그래밍 학점 잘 주는 교수 추천해줘'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답변(요약): 윤홍수 교수 평균 5.0/5로 가장 긍정적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  <a:latin typeface="맑은 고딕"/>
              </a:rPr>
              <a:t>    – (가천대 모바일프로그래밍 26년 1학기 평점 5점 리뷰 참고)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이상홍 4.0 / 이수경 3.0 와 비교 제시 + 출처 자동 표기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→ 학생은 3초 만에 근거 있는 수강 가이드 확보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0322E"/>
                </a:solidFill>
                <a:latin typeface="맑은 고딕"/>
              </a:rPr>
              <a:t>기대 효과 &amp; 향후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수강신청 탐색 시간 대폭 단축, 목표(학점/과제) 맞춤 수강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근거(출처) 기반이라 신뢰도 높고 환각 없음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확장: 과목 추가 크롤링, 강의계획서(PDF) 보강, 시험정보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맑은 고딕"/>
              </a:rPr>
              <a:t>• 캠퍼스 RAG 생태계(족보·장학·학사공지)로 확장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2A44"/>
                </a:solidFill>
                <a:latin typeface="맑은 고딕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555555"/>
                </a:solidFill>
                <a:latin typeface="맑은 고딕"/>
              </a:rPr>
              <a:t>github.com/whtjdgjs12/everytime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